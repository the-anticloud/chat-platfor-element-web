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ELEMENT_WEB | Category: CHAT_PLATFORMS</a:t>
            </a:r>
          </a:p>
          <a:p>
            <a:r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Matrix/Element web client without data egress. Cloud-hosted alternatives leak data by architecture; Anticloud FZ LLE delivers ELEMENT_WEB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ELEMENT_WEB (https://github.com/vector-im/element-web,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CHAT_PLATFORMS;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