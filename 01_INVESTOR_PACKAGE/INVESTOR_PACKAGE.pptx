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ELEMENT_WEB (CHAT_PLATFORMS)</a:t>
            </a:r>
          </a:p>
          <a:p>
            <a:r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ELEMENT_WEB is an Anticloud FZ LLE integration of Matrix/Element web client,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CHAT_PLATFORMS.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